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Lexend Medium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LexendMedium-bold.fntdata"/><Relationship Id="rId6" Type="http://schemas.openxmlformats.org/officeDocument/2006/relationships/slide" Target="slides/slide1.xml"/><Relationship Id="rId18" Type="http://schemas.openxmlformats.org/officeDocument/2006/relationships/font" Target="fonts/LexendMedium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40a19a9659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40a19a9659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40a19a9659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40a19a9659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40a19a9659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40a19a9659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40a19a9659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40a19a9659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40a19a9659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40a19a9659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40a19a9659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40a19a9659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40a19a9659a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40a19a9659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40a19a9659a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40a19a9659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40a19a9659a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40a19a9659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40a19a9659a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40a19a9659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40a19a9659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40a19a9659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ChatGPT Image Sep 23, 2026, 12_54_58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624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354475" y="2723000"/>
            <a:ext cx="3473700" cy="1096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257075" y="3903675"/>
            <a:ext cx="1455300" cy="82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0" y="-2750"/>
            <a:ext cx="1160100" cy="96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" name="Google Shape;58;p13" title="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525" y="47025"/>
            <a:ext cx="590099" cy="72065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/>
        </p:nvSpPr>
        <p:spPr>
          <a:xfrm>
            <a:off x="257075" y="2723000"/>
            <a:ext cx="3366000" cy="14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Shubhangi Mule      UCS23F1087</a:t>
            </a:r>
            <a:endParaRPr sz="12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Aditya Munde          UCS23M1088</a:t>
            </a:r>
            <a:endParaRPr sz="12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Yash Nannaware     UCS23M1093</a:t>
            </a:r>
            <a:endParaRPr sz="12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Atharva Narkhede  UCS23M1094</a:t>
            </a:r>
            <a:endParaRPr sz="12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5401975" y="-2750"/>
            <a:ext cx="2624100" cy="34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 title="ChatGPT Image Sep 23, 2026, 12_41_52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6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